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0E5020-CB02-4B2E-B88B-8F289297FFE8}" type="datetimeFigureOut">
              <a:rPr lang="it-IT" smtClean="0"/>
              <a:t>25/06/2023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54240D-77EB-40D4-97F3-D8CBF3CC9C8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60075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4240D-77EB-40D4-97F3-D8CBF3CC9C8E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77949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F4B427-3094-9F3B-FA7F-F813E910C7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24B831D-CAA0-3625-4C8C-D10B610177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CF9B0B6-4B0B-4437-B9D9-5ECF8B966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605D-2F09-4F36-9172-D58DD2872415}" type="datetimeFigureOut">
              <a:rPr lang="it-IT" smtClean="0"/>
              <a:t>25/06/2023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3FC37BF-D9AC-BDD5-6757-1ECAEF17A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8B5EA81-FE0E-9D8A-491C-644652793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D5665-DB8D-4C8C-B27C-D5DC70A22F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32596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5EBDB8-4536-09AC-4BA4-E26548B8F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00D1B1B-E291-3179-CDB1-5079C59D8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7ABD954-096C-8816-0DC9-5AAE7B27C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605D-2F09-4F36-9172-D58DD2872415}" type="datetimeFigureOut">
              <a:rPr lang="it-IT" smtClean="0"/>
              <a:t>25/06/2023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F640D46-49DB-2EE8-D9A4-79C96B248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38E631A-A556-15FB-86AA-1033F0CF1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D5665-DB8D-4C8C-B27C-D5DC70A22F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6613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4895B2-74B6-2285-95A8-8C7A4DB5C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3E3E4E5-8A76-E4B1-4BA7-880BB60EC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D9B8B0A-6780-B323-7C7E-CF25F8518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605D-2F09-4F36-9172-D58DD2872415}" type="datetimeFigureOut">
              <a:rPr lang="it-IT" smtClean="0"/>
              <a:t>25/06/2023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0DF8792-8C21-DFF4-6461-C5B5ED7D2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768BCF4-8D2F-AB9F-384C-C1A837AE8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D5665-DB8D-4C8C-B27C-D5DC70A22F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333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3FD75A-3DCF-A688-0E9C-10C5864DD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FFBB379-19C0-6D0C-2BD0-53F103C64F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4F5B61C-9E17-6E49-2C14-70970F1BAE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005AA1B-4D63-6ACB-F49F-EEFC44649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605D-2F09-4F36-9172-D58DD2872415}" type="datetimeFigureOut">
              <a:rPr lang="it-IT" smtClean="0"/>
              <a:t>25/06/2023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BD0936F-0FBA-6B99-6118-BCE59FA81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55D2D5F-AD9F-D4D3-30AF-A7B29DA2A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D5665-DB8D-4C8C-B27C-D5DC70A22F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21958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7B59025-82A7-2283-A7B3-AD539D3B1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4FD1650-3318-4CAC-7C75-4E73E3A1B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579FFA4-D92E-699B-4B75-3EC78B85BE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536CFEC-3773-FE6D-14E3-D0B98C832A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F81927F-8FAE-49D7-71E7-27398A0EEF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F235FEE-EA35-7369-77CB-E7D4D12C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605D-2F09-4F36-9172-D58DD2872415}" type="datetimeFigureOut">
              <a:rPr lang="it-IT" smtClean="0"/>
              <a:t>25/06/2023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9F9438E-AEB4-B3C0-1C99-A52AAD952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D15909D-D8CB-5EB1-33C0-2563EDA08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D5665-DB8D-4C8C-B27C-D5DC70A22F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50170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5488D4-B27B-2772-9DF7-C3A626A7E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C8671AE-DCF3-EAE6-8AA1-E34566367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605D-2F09-4F36-9172-D58DD2872415}" type="datetimeFigureOut">
              <a:rPr lang="it-IT" smtClean="0"/>
              <a:t>25/06/2023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A1ADEAC-1E32-1E7E-EB22-B9E36CC1F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2B9FABD-1586-8724-8DB3-3BA153DF2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D5665-DB8D-4C8C-B27C-D5DC70A22F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29237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4B5ED2C-F755-0359-4A01-11FC6DF35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605D-2F09-4F36-9172-D58DD2872415}" type="datetimeFigureOut">
              <a:rPr lang="it-IT" smtClean="0"/>
              <a:t>25/06/2023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7EAA26A6-A589-A9B4-DB12-E8153DDDE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B1A55A5-781D-10BA-3146-43DEE1619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D5665-DB8D-4C8C-B27C-D5DC70A22F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14503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F47ED3B-4E01-C00F-93F9-59A226E10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51CA401-F97B-C9E1-8FB5-4CD4E7BBA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4855BB6-9B23-797B-6F56-E109D4766B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E9073C0-2DF0-F945-E6A4-40931F9C0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605D-2F09-4F36-9172-D58DD2872415}" type="datetimeFigureOut">
              <a:rPr lang="it-IT" smtClean="0"/>
              <a:t>25/06/2023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8065715-2997-DB32-4555-D3B7C6C8F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167A53F-2D1F-F81A-66B4-71995A131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D5665-DB8D-4C8C-B27C-D5DC70A22F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858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CB0018A-9E56-1B23-1AF2-413FECB8B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C78DA5C3-7653-8C23-0306-55F7DFF4F1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2EB39E2-7368-EC69-9D2C-A4F761E8A6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E0907FB-E0BF-AB19-A2F8-3BBBDD945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605D-2F09-4F36-9172-D58DD2872415}" type="datetimeFigureOut">
              <a:rPr lang="it-IT" smtClean="0"/>
              <a:t>25/06/2023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EC32FCB-9B91-8A35-EA5F-21F48479E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BB4EE13-A91F-7ECA-808D-971E4DB38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D5665-DB8D-4C8C-B27C-D5DC70A22F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44878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C990A2-953D-A181-209D-855782D61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3B8C95A-BEEE-F7DF-B9C7-540DFCF42D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49043AF-753E-A9AA-1102-9CBC518CE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605D-2F09-4F36-9172-D58DD2872415}" type="datetimeFigureOut">
              <a:rPr lang="it-IT" smtClean="0"/>
              <a:t>25/06/2023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F53F979-6EB6-7358-CF28-0E8A085AE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BC3208A-8DEF-A3ED-DEAA-6E1EAFDD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D5665-DB8D-4C8C-B27C-D5DC70A22F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4089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4C5C376-C703-E86A-413D-A4DB19AEEA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E603D5D-397C-B10F-3815-42E32646E6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AD0F818-9D16-8B46-808C-972503893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605D-2F09-4F36-9172-D58DD2872415}" type="datetimeFigureOut">
              <a:rPr lang="it-IT" smtClean="0"/>
              <a:t>25/06/2023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F80AB50-2225-1CAF-99E5-1CEC5CF54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B328B81-8783-EF04-1199-860300C51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D5665-DB8D-4C8C-B27C-D5DC70A22F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8012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06D1ED37-8F84-9E41-6C07-5CEFE6491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03BF4BC-C118-B2D5-D887-2988C394B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69FA6CB-E015-2F8B-F36F-602F845CC3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B605D-2F09-4F36-9172-D58DD2872415}" type="datetimeFigureOut">
              <a:rPr lang="it-IT" smtClean="0"/>
              <a:t>25/06/2023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38DF20C-9FDF-6E70-381A-5ADA8A9ED0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753EB6-577F-2C36-DB94-216E8D906D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9D5665-DB8D-4C8C-B27C-D5DC70A22F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2991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48537FF6-9512-992B-CCEF-3BC82B210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08" y="74670"/>
            <a:ext cx="5084537" cy="4055665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5DB79C6F-BCC5-D163-1A1A-E602F535C6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8956" y="0"/>
            <a:ext cx="5048647" cy="619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8618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Antonio Piemontese</dc:creator>
  <cp:lastModifiedBy>Antonio Piemontese</cp:lastModifiedBy>
  <cp:revision>1</cp:revision>
  <dcterms:created xsi:type="dcterms:W3CDTF">2023-06-25T11:24:16Z</dcterms:created>
  <dcterms:modified xsi:type="dcterms:W3CDTF">2023-06-25T11:24:30Z</dcterms:modified>
</cp:coreProperties>
</file>